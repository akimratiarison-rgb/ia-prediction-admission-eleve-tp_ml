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73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446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4536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527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976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2268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0592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3589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5914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7439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3675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292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6765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09552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2450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9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0534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833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63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29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71600" y="2240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37160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Akim and Nirina - ML Course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515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working with a microchip quality control dataset.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microchip goes through two lab tests before being accepted or rejected.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is to build a model that can automatically predict the outcome.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challenge: the two classes cannot be separated by a straight line.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515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(X):</a:t>
            </a:r>
            <a:endParaRPr lang="en-US" sz="15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score</a:t>
            </a:r>
            <a:endParaRPr lang="en-US" sz="15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score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(y):</a:t>
            </a:r>
            <a:endParaRPr lang="en-US" sz="15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→  Chip passes quality control</a:t>
            </a:r>
            <a:endParaRPr lang="en-US" sz="15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→  Chip fails quality control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set (X_train, y_train) for model learning.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DATA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the two classes shows they are mixed together — a straight line won't work.</a:t>
            </a:r>
            <a:endParaRPr lang="en-US" sz="14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99" y="1417320"/>
            <a:ext cx="49377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515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 to convert outputs into probabilities (0 to 1).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Mapping: we turn 2 inputs into 27 polynomial features so the model can learn curved patterns.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 to measure how far off our predictions are.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(λ = 0.01) to keep the model simple and avoid overfitting.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we optimize the model over 10,000 steps with α = 0.01.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515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accuracy: 82.20%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function went from 0.72 down to around 0.45 over 10,000 iterations.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found a curved boundary that correctly separates most chips.</a:t>
            </a:r>
            <a:endParaRPr lang="en-US" sz="15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937260"/>
            <a:ext cx="3383280" cy="33832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39496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 after 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515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deployed the model as a Streamlit web app.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two test scores and clicks a button to get a prediction.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computes σ(w·x + b) and displays the probability as a progress bar.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Admitted if probability ≥ 40%, Refused otherwise.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6036C8-CCF3-CDC7-232F-DF5B364DD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9466"/>
            <a:ext cx="8172450" cy="4482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915BE2-DCB1-60E8-F20E-893CE7FE093E}"/>
              </a:ext>
            </a:extLst>
          </p:cNvPr>
          <p:cNvSpPr txBox="1"/>
          <p:nvPr/>
        </p:nvSpPr>
        <p:spPr>
          <a:xfrm>
            <a:off x="3555709" y="120134"/>
            <a:ext cx="168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63467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419121-AA2A-F5CA-37E2-F8C20C94B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20650"/>
            <a:ext cx="8185150" cy="48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2C99A2-15A7-F764-19FF-CF37A46B0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3350"/>
            <a:ext cx="8223250" cy="48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9144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457200"/>
            <a:ext cx="0" cy="301752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71600"/>
            <a:ext cx="0" cy="320040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4592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377440"/>
            <a:ext cx="68580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18872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26080"/>
            <a:ext cx="27432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8288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7830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57600"/>
            <a:ext cx="320040" cy="0"/>
          </a:xfrm>
          <a:prstGeom prst="line">
            <a:avLst/>
          </a:prstGeom>
          <a:noFill/>
          <a:ln w="1524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02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3172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14300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91440" cy="91440"/>
          </a:xfrm>
          <a:prstGeom prst="ellipse">
            <a:avLst/>
          </a:prstGeom>
          <a:solidFill>
            <a:srgbClr val="1AACCA">
              <a:alpha val="60000"/>
            </a:srgbClr>
          </a:solidFill>
          <a:ln w="12700">
            <a:solidFill>
              <a:srgbClr val="1AACC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73152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100584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280160"/>
            <a:ext cx="0" cy="320040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1645920"/>
            <a:ext cx="22860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160020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743200"/>
            <a:ext cx="36576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69748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194560"/>
            <a:ext cx="182880" cy="0"/>
          </a:xfrm>
          <a:prstGeom prst="line">
            <a:avLst/>
          </a:prstGeom>
          <a:noFill/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AACCA">
              <a:alpha val="40000"/>
            </a:srgbClr>
          </a:solidFill>
          <a:ln w="12700">
            <a:solidFill>
              <a:srgbClr val="1AACC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274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371600" y="914400"/>
            <a:ext cx="6858000" cy="0"/>
          </a:xfrm>
          <a:prstGeom prst="line">
            <a:avLst/>
          </a:prstGeom>
          <a:noFill/>
          <a:ln w="10160">
            <a:solidFill>
              <a:srgbClr val="1AACCA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1051560"/>
            <a:ext cx="6858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a powerful yet simple tool for binary classification.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data is not linearly separable, feature mapping is the right solution.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is essential to get a model that works on new data.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went from a notebook to a working web app.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5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lvl="5">
              <a:spcAft>
                <a:spcPts val="1200"/>
              </a:spcAft>
              <a:buSzPct val="100000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	THANKS 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33</TotalTime>
  <Words>367</Words>
  <Application>Microsoft Office PowerPoint</Application>
  <PresentationFormat>On-screen Show (16:9)</PresentationFormat>
  <Paragraphs>51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Akim Ratiarison</cp:lastModifiedBy>
  <cp:revision>2</cp:revision>
  <dcterms:created xsi:type="dcterms:W3CDTF">2026-03-12T19:50:28Z</dcterms:created>
  <dcterms:modified xsi:type="dcterms:W3CDTF">2026-03-12T20:35:37Z</dcterms:modified>
</cp:coreProperties>
</file>